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BharatBuild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52CC"/>
                </a:solidFill>
              </a:defRPr>
            </a:pPr>
            <a:r>
              <a:t>AI-Powered Academic Excellence &amp; Accreditation for Bharat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India's First AI Platform for Students, Colleges &amp; Accreditation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Democratizing AI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40 Million Indian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Building the Bolt.new + NAAC Automation for Bharat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6B00"/>
                </a:solidFill>
              </a:defRPr>
            </a:pPr>
            <a:r>
              <a:t>Indian students and colleges are locked out of modern AI development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4.5 Million engineering students graduate annually in India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95% cannot access international AI tools (no intl. credit cards)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Bolt.new/Cursor costs ₹1,700/month — unaffordable for Indian students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1,100+ colleges face NAAC accreditation — 80% do it manually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Zero platforms combine project generation + accreditation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6B00"/>
                </a:solidFill>
              </a:defRPr>
            </a:pPr>
            <a:r>
              <a:t>Ideal Customer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B.Tech/B.E. Students — Final year projects, documentation, viva prep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CS/IT Faculty — Project management, OBE compliance, batch tracking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IQAC Coordinators — NAAC/NBA accreditation documentation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College Management — Rankings, compliance, institutional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6B00"/>
                </a:solidFill>
              </a:defRPr>
            </a:pPr>
            <a:r>
              <a:t>The Bolt.new + NAAC automation for India — at 85% lower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AI-powered full-stack project generation (code + documentation)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Automated SRS, UML diagrams, project reports, PPT, viva Q&amp;A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Real-time code execution with live preview (like Bolt.new)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NAAC/NBA accreditation automation (7 criteria, 700 marks)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OBE compliance engine (CO-PO mapping, attainment calculation)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UPI/Razorpay payments — no international credit card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One-click project generation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50+ page project reports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SRS, UML, ER diagrams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PowerPoint presentations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Viva Q&amp;A preparation (50+ questions)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Real-time code editor &amp;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2CC"/>
                </a:solidFill>
              </a:defRPr>
            </a:pPr>
            <a:r>
              <a:t>For Colleges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NAAC 7-criteria automation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OBE compliance dashboard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Faculty batch management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CO-PO mapping &amp; attainment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IQAC workflow approvals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• Plagiarism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Traction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72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500+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72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Beta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836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836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36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Pilot Colleges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Weekly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764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64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764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MOUs Signed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0052CC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i="1">
                <a:solidFill>
                  <a:srgbClr val="1E1E1E"/>
                </a:solidFill>
              </a:defRPr>
            </a:pPr>
            <a:r>
              <a:t>We reduced our NAAC preparation time from 6 months to 6 weeks. BharatBuild AI automated 80% of our documentation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CC"/>
                </a:solidFill>
              </a:defRPr>
            </a:pPr>
            <a:r>
              <a:t>— Dr. Ramesh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IQAC Coordinator, ABC Engineering College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Step 1: Choose Your Mode — Student | Developer | College | Founder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Step 2: Describe Your Project — AI understands requirements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Step 3: 20+ Agents Generate Everything — Code, docs, diagrams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Step 4: Review &amp; Customize — Edit in real-time code editor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Step 5: Download &amp; Deploy — Production-ready code + formatted 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6B00"/>
                </a:solidFill>
              </a:defRPr>
            </a:pPr>
            <a:r>
              <a:t>4.5M engineering students + 40,000+ colleges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TAM: ₹45,000 Cr — Indian EdTech market (2025)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SAM: ₹4,500 Cr — Engineering education tools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SOM: ₹150 Cr — Year 3 target (500 colleges + 2L students)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Why Now: NEP 2020 mandates OBE, NAAC 2024 requires digital docs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Growth: B2B2C model with network effects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Addressable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104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04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₹45,000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04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TAM - EdTech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568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1568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₹4,500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568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SAM - Eng.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5032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032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₹150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032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SOM - Year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Current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6B00"/>
                </a:solidFill>
              </a:defRPr>
            </a:pPr>
            <a:r>
              <a:t>Product Stage: Beta with 12 colleges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MVP Live (v1.2) — 5 core modules deployed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150,000+ lines of production code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20+ AI agents for specialized tasks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Docker-based code execution sandbox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Razorpay payment integration complete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Bootstrapped: ₹35 Lakhs invested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Revenue Model — Students (B2C)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Price/Month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1 project, basic docs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Unlimited projects, all docs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₹299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Priority generation, viva prep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Revenue Model — Colleges (B2B)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Price/Student/Year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Basic project generation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Full suite + faculty dashboard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₹149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NAAC automation + API access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Competitive Advantage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BharatBuild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Bolt.new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Replit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Price (₹/month)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₹1,700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₹1,700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Indian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Academic Docs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NAAC/NBA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Indian Servers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₹1.5 Cr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₹8 Cr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₹25 Cr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1,00,000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2,00,000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Colleges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Break-even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Month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Profitable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Phase 1 (Year 1): Karnataka &amp; Telangana — 50 colleges, 25K students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Phase 2 (Year 2): South India — 200 colleges, 1L students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Phase 3 (Year 3): Pan-India — 500 colleges, 2L+ students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Channels: Direct sales + college referrals + channel partners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Partnerships: University ERPs, book publishers, exam prep companies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6B00"/>
                </a:solidFill>
              </a:defRPr>
            </a:pPr>
            <a:r>
              <a:t>Investment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Raising: ₹5 Crore (Seed Round)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Equity: 12-15%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Valuation: ₹35 Crore (post-money)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Runway: 18 months to Series 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 of Funds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72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72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AI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836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836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36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Team Expansion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Go-to-Market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7647" y="2286000"/>
            <a:ext cx="25603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647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52CC"/>
                </a:solidFill>
              </a:defRPr>
            </a:pPr>
            <a: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7647" y="34747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1E1E"/>
                </a:solidFill>
              </a:defRPr>
            </a:pPr>
            <a:r>
              <a:t>Operations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We're Looking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Strategic Partners: EdTech companies, University ERP providers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Angel Investors: EdTech/SaaS experience, college networks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VCs: India B2B SaaS focus, education sector expertise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Value Beyond Capital: College intros, GTM expertise, regulatory guidance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Founder/CEO — 8+ years EdTech &amp; SaaS, scaled to 500K users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Co-founder/CTO — 10+ years AI/ML, built 5 production AI systems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Co-founder/COO — 6+ years ops, managed 200+ college relationships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Why We Win: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• Deep domain expertise in Indian engineering education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• Technical depth — built AI systems, not just API wrappers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• Existing network of 50+ colleges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• Execution speed — MVP in 4 months, 12 pilots in 6 months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BharatBuild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52CC"/>
                </a:solidFill>
              </a:defRPr>
            </a:pPr>
            <a:r>
              <a:t>Let's build the future of Indian engineering education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founders@bharatbuild.ai</a:t>
            </a: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+91 XXXXX XXXXX</a:t>
            </a: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www.bharatbuild.ai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