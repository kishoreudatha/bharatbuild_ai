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Power Generation Monitoring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4F8"/>
                </a:solidFill>
              </a:defRPr>
            </a:pPr>
            <a:r>
              <a:t>Academic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4F8"/>
                </a:solidFill>
              </a:defRPr>
            </a:pPr>
            <a:r>
              <a:t>Presented by: ['ravi']</a:t>
            </a:r>
          </a:p>
          <a:p>
            <a:pPr algn="ctr">
              <a:defRPr sz="1600">
                <a:solidFill>
                  <a:srgbClr val="F0F4F8"/>
                </a:solidFill>
              </a:defRPr>
            </a:pPr>
            <a:r>
              <a:t>Guide: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Agenda.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Project Introduction.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Problem Statement.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Objectives.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Technology Stack.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System Architecture.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UI/UX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UI/UX Design.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Key Features.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API Design.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Live Demo Screenshots.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Testing Results.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Deployment.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Conclusion.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[Content generation failed for Future Enhancements.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Please regenerate this section.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4F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